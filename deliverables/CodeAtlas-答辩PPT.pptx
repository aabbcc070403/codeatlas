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20 秒：一句话定位——把企业级「证据可核验」的代码审查能力做成学生用得起的 Web 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痛点讲 45 秒。强调：问题不是「找不到工具」，而是「结论不可核验」。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数字页 45 秒。0.857 必接一句「24 样例小样本口径，不外推」。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 60 秒。重点指琥珀色的编排盒：预算、工具白名单、证据门都在这一层。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75 秒。优化策略列是评分点「优化策略」的直接对应，必讲 v1→v2 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核心创新 60 秒。接演示：点击引文定位代码行。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实验设计 45 秒：同模型同数据集只改提示词的对照实验——这是「优化策略」评分点的实证。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诚实是卖点：敢把「不显著」写进答辩。评审追问 P 为什么不追 0.9：小样本不外推 + 误报已由证据门与提示词双控。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 45 秒。左右两列各选一条展开讲，其余报菜名。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价值 40 秒。商业部分控制在 20 秒，被追问再展开定价。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20 秒：用「诚实」收束全篇——这是产品主张，也是答辩策略。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CodeAtlas 码鉴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7E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证据驱动的 AI 代码审查与项目体检工作台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每一条 AI 结论，都能点击核验到代码行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DB2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WEB 网页开发挑战赛 · 答辩材料 · 2026.09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问题背景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三类工具，都回答不了「证据在哪」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答辩现场最致命的一问：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「你这条结论的证据在哪一行？」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ESLint / 静态规则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0" y="27157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只报模式命中，不解释业务影响，不给修复验证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91672" cy="0"/>
          </a:xfrm>
          <a:prstGeom prst="line">
            <a:avLst/>
          </a:prstGeom>
          <a:noFill/>
          <a:ln w="12700">
            <a:solidFill>
              <a:srgbClr val="D9DE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通用大模型对话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37673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回答像专家，却会编造不存在的代码行号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91672" cy="0"/>
          </a:xfrm>
          <a:prstGeom prst="line">
            <a:avLst/>
          </a:prstGeom>
          <a:noFill/>
          <a:ln w="12700">
            <a:solidFill>
              <a:srgbClr val="D9D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企业级审查 SaaS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48188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面向仓库与流水线，对课程作业既贵又重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来源：技术文档 §1.1（问题背景）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产品概览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确定性打底 · AI 定向 · 证据收口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 ZIP → 静态规则体检 → 受预算约束的 AI 定向审查 → 每条问题带路径 / 行号 / 引文证据，支持追问（可贴截图）、补丁提案、报告导出与快照对比。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项自动化测试全绿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 204 · 集成 131 · E2E 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4688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0.857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7472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真实评测 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 1.000（n=3，v2 提示词）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4688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条确定性 AST 规则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赛题要求 ≥6 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24688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29/29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525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检索调用真实 hybrid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5256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pgvector + 词法 RRF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全程诚实标注：Mock / 真实模型、静态 / AI 来源、无效引文计入统计不美化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来源：技术文档 §6.1 / §6.2（2026-09-23 实测口径）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六阶段管线 + 受限工具循环 + 证据门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 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证据工作台 · SSE 进度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2697480"/>
            <a:ext cx="320040" cy="0"/>
          </a:xfrm>
          <a:prstGeom prst="line">
            <a:avLst/>
          </a:prstGeom>
          <a:noFill/>
          <a:ln w="25400">
            <a:solidFill>
              <a:srgbClr val="123F3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0116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路由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会话/预算/限流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697480"/>
            <a:ext cx="320040" cy="0"/>
          </a:xfrm>
          <a:prstGeom prst="line">
            <a:avLst/>
          </a:prstGeom>
          <a:noFill/>
          <a:ln w="25400">
            <a:solidFill>
              <a:srgbClr val="123F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20116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8A33D"/>
          </a:solidFill>
          <a:ln w="12700">
            <a:solidFill>
              <a:srgbClr val="D9DEDB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审查编排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2F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抽样→工具循环→证据门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2697480"/>
            <a:ext cx="320040" cy="0"/>
          </a:xfrm>
          <a:prstGeom prst="line">
            <a:avLst/>
          </a:prstGeom>
          <a:noFill/>
          <a:ln w="25400">
            <a:solidFill>
              <a:srgbClr val="123F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20116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四件只读工具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read/search/imports/RAG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72600" y="2697480"/>
            <a:ext cx="320040" cy="0"/>
          </a:xfrm>
          <a:prstGeom prst="line">
            <a:avLst/>
          </a:prstGeom>
          <a:noFill/>
          <a:ln w="25400">
            <a:solidFill>
              <a:srgbClr val="123F3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92640" y="20116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DB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8408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PG + pgvector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84080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作业租约 · worker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静态规则零幻觉打底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66160" y="3950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条 AST 规则确定性命中，无模型调用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590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只读、受预算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66160" y="46085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次模型 / 30 次工具 / 180s；无终端/联网/写文件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2486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证据门收口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66160" y="52669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引文逐字符匹配快照行段 + 读取覆盖 + 规范白名单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来源：技术文档 §3.2 / §3.3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技术方案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选型理由 · 集成方式 · 优化策略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选型理由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0"/>
          </a:xfrm>
          <a:prstGeom prst="line">
            <a:avLst/>
          </a:prstGeom>
          <a:noFill/>
          <a:ln w="12700">
            <a:solidFill>
              <a:srgbClr val="D9D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 兼容接入：换供应商只改环境变量（实测 DeepSeek）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自研受限工具循环：可控性 &gt; 灵活性，预算与白名单可审计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 + 词法 RRF：短术语文本召回稳定、免调权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bge-small-zh 嵌入：零成本、可离线复现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集成方式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0"/>
          </a:xfrm>
          <a:prstGeom prst="line">
            <a:avLst/>
          </a:prstGeom>
          <a:noFill/>
          <a:ln w="12700">
            <a:solidFill>
              <a:srgbClr val="D9DE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92024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统一调用包装：预留日额度 / 收缩输出上限 / 超时合并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submit_findings 结构化提交，杜绝解析歧义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 part 进消息序列，固定 token 计预算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引用白名单 = 本轮检索实际返回集合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优化策略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566160" cy="0"/>
          </a:xfrm>
          <a:prstGeom prst="line">
            <a:avLst/>
          </a:prstGeom>
          <a:noFill/>
          <a:ln w="12700">
            <a:solidFill>
              <a:srgbClr val="D9D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92024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提示词 v1→v2「宁缺毋滥」：FP 7–11 → 0–4 条/次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风险优先抽样：注意力花在最可能有问题的文件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预算参数化（AI_ASK_*）可按场景放宽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图像固定估算 + 本地嵌入免计费，成本可预期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来源：技术文档 §4.1–§4.3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核心创新 · 技术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证据校验门：AI 结论的三层收口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候选结论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带路径/行号/引文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08960" y="2788920"/>
            <a:ext cx="411480" cy="0"/>
          </a:xfrm>
          <a:prstGeom prst="line">
            <a:avLst/>
          </a:prstGeom>
          <a:noFill/>
          <a:ln w="25400">
            <a:solidFill>
              <a:srgbClr val="123F3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20440" y="17373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9F0ED"/>
          </a:solidFill>
          <a:ln w="12700">
            <a:solidFill>
              <a:srgbClr val="C6D4CF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0168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引文逐字符匹配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30168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快照真实行段（统一 LF）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2788920"/>
            <a:ext cx="411480" cy="0"/>
          </a:xfrm>
          <a:prstGeom prst="line">
            <a:avLst/>
          </a:prstGeom>
          <a:noFill/>
          <a:ln w="25400">
            <a:solidFill>
              <a:srgbClr val="123F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17373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9F0ED"/>
          </a:solidFill>
          <a:ln w="12700">
            <a:solidFill>
              <a:srgbClr val="C6D4CF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读取覆盖检查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引用行必须在工具读过范围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9680" y="2788920"/>
            <a:ext cx="411480" cy="0"/>
          </a:xfrm>
          <a:prstGeom prst="line">
            <a:avLst/>
          </a:prstGeom>
          <a:noFill/>
          <a:ln w="25400">
            <a:solidFill>
              <a:srgbClr val="123F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81160" y="17373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9F0ED"/>
          </a:solidFill>
          <a:ln w="12700">
            <a:solidFill>
              <a:srgbClr val="C6D4CF"/>
            </a:solidFill>
            <a:prstDash val="solid"/>
          </a:ln>
          <a:effectLst>
            <a:outerShdw sx="100000" sy="100000" kx="0" ky="0" algn="bl" rotWithShape="0" blurRad="76200" dist="25400" dir="5400000">
              <a:srgbClr val="10201D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90888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规范白名单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90888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chunkId 限本轮检索返回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08960" y="38404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→ 落库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证据状态 valid / needs_review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8404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DF3E2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5A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未通过 → 丢弃并计数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5A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计入 invalidCitations 与 FP，绝不美化指标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无效候选至多 1 次结构修复；修复轮重交按身份跨轮去重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来源：技术文档 §4.4；src/core/review/validate.ts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优化策略 · 实测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提示词「宁缺毋滥」：精度主效应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Precision（holdout，n=3 均值）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6675120" cy="0"/>
          </a:xfrm>
          <a:prstGeom prst="line">
            <a:avLst/>
          </a:prstGeom>
          <a:noFill/>
          <a:ln w="15875">
            <a:solidFill>
              <a:srgbClr val="C6D4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6675120" cy="0"/>
          </a:xfrm>
          <a:prstGeom prst="line">
            <a:avLst/>
          </a:prstGeom>
          <a:noFill/>
          <a:ln w="9525">
            <a:solidFill>
              <a:srgbClr val="E2E8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5248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0025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4109496"/>
            <a:ext cx="960120" cy="1285464"/>
          </a:xfrm>
          <a:prstGeom prst="rect">
            <a:avLst/>
          </a:prstGeom>
          <a:solidFill>
            <a:srgbClr val="123F3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071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0.396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llm_no_rag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2888" y="4028343"/>
            <a:ext cx="960120" cy="1366617"/>
          </a:xfrm>
          <a:prstGeom prst="rect">
            <a:avLst/>
          </a:prstGeom>
          <a:solidFill>
            <a:srgbClr val="123F38"/>
          </a:solidFill>
          <a:ln/>
        </p:spPr>
      </p:sp>
      <p:sp>
        <p:nvSpPr>
          <p:cNvPr id="13" name="Text 11"/>
          <p:cNvSpPr/>
          <p:nvPr/>
        </p:nvSpPr>
        <p:spPr>
          <a:xfrm>
            <a:off x="2350008" y="3626007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0.421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12848" y="5486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hybrid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05656" y="2613035"/>
            <a:ext cx="960120" cy="2781925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3922776" y="2210699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5A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0.857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85616" y="5486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 llm_no_rag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78424" y="2940893"/>
            <a:ext cx="960120" cy="2454067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95544" y="2538557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5A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0.756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58384" y="5486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 hybrid(向量)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155448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只改提示词，其余不变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FP：7–11 条/次 → 0–4 条/次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 跨 9 次运行全部 1.000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对照项目幻觉几乎清零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v2：无确凿证据不提交，空结论是正常结果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来源：deliverables/real-embedding-ablation-2026-09-23.md §3（holdout n=3 均值；24 样例小样本口径）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消融 · 诚实结论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三路消融：向量路真实生效，不夸大提升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  <a:gridCol w="1371600"/>
                <a:gridCol w="137160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模式（holdout，n=3 均值）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llm_no_rag（无检索）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A5A1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0.923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消融基线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hybrid_rag（词法对照）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A5A1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0.912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词法降级口径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hybrid_rag（向量+词法 RRF）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A5A1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29/29 检索为 hybrid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6616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如实结论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向量检索 29/29 调用真实 hybrid（此前唯一未验证项已闭环）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对 P/F1 影响在 n=8 方差内——不宣称显著提升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的稳定增量：规范引用证据与可解释性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全部结果可按评测记录 ID / scanId 回溯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来源：deliverables/real-embedding-ablation-2026-09-23.md；24 样例小样本口径，不外推真实项目准确率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创新点说明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技术创新点 × 应用创新点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技术创新点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证据校验门：引文硬校验 + 读取覆盖 + 规范白名单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确定性评测口径：版本化数据集 + 无效引文计 FP 不美化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本地嵌入 + 双路 RRF 的零成本 RAG（维度解耦迁移）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统一预算账本：预留/结算/释放幂等，跨日绑定凭据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5A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应用创新点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证据工作台：引文点击 → 代码行定位的闭环交互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「未再检出 ≠ 已验证修复」四态快照对比语义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可审阅补丁：不写原件、语法不退化、脱敏拒绝导出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多模态截图追问：截图 + 代码 + 规范三源融合，原图不落库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来源：技术文档 §7.1 / §7.2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价值与商业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社会价值与商业潜力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社会价值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企业级「证据可核验」审查能力带进高校场景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 / 评审前自查自证，降低初次工程实践质量风险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「AI 可信性」教学案例：证据校验 / 预算控制 / 诚实评测可复现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负责任 AI 的产品化示范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234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5A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商业潜力（三层）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教育版 SaaS：按席位订阅，含专属规范库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院校采购：私有化部署（Docker Compose 即交付）+ 教学案例包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增值服务：竞赛冲刺体检报告、团队规范定制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C2B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开源核心 + 云端增值；本地嵌入使毛利结构可预期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F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目标用户：高校课程 / 毕设 / 竞赛团队 · 1–5 人前端小团队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6E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来源：技术文档 §7.4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诚实收尾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局限（如实）与展望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D7E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样例小样本口径，不外推真实项目准确率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D7E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图像内容理解需 VL 模型（链路就绪，如实标注）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D7E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/ 生产 PG 待首次部署实测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D7E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工具集成：接入 IDE 与协作 Agent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D7E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端云协同：浏览器端 WebGPU 轻量初筛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D7E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评测扩容与更强模型对照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D7E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团队协作：误报回流规则库、规范共享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 · 代码与全部实测记录见 github.com/aabbcc070403/codeatlas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不虚构数字 · 不冒充结果 · 未验证即如实标注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CodeAtlas 码鉴 · 竞赛答辩</dc:title>
  <dc:subject>PptxGenJS Presentation</dc:subject>
  <dc:creator>CodeAtlas 团队</dc:creator>
  <cp:lastModifiedBy>CodeAtlas 团队</cp:lastModifiedBy>
  <cp:revision>1</cp:revision>
  <dcterms:created xsi:type="dcterms:W3CDTF">2026-09-23T03:56:33Z</dcterms:created>
  <dcterms:modified xsi:type="dcterms:W3CDTF">2026-09-23T03:56:33Z</dcterms:modified>
</cp:coreProperties>
</file>